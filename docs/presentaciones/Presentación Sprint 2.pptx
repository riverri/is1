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957613"/>
            <a:ext cx="6096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1862286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A5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BETTER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290911"/>
            <a:ext cx="910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2</a:t>
            </a:r>
            <a:endParaRPr sz="3800"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60452"/>
            <a:ext cx="6762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Incremento funcional completado, proceso ágil y plan de mitigación proactiva.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762000" y="2776537"/>
            <a:ext cx="3352800" cy="2247900"/>
          </a:xfrm>
          <a:prstGeom prst="roundRect">
            <a:avLst>
              <a:gd fmla="val 67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419600" y="2776537"/>
            <a:ext cx="3352800" cy="2247900"/>
          </a:xfrm>
          <a:prstGeom prst="roundRect">
            <a:avLst>
              <a:gd fmla="val 67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077200" y="2776537"/>
            <a:ext cx="3352800" cy="2247900"/>
          </a:xfrm>
          <a:prstGeom prst="roundRect">
            <a:avLst>
              <a:gd fmla="val 67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1575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15753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31575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Incremento del Sprint 2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43000" y="3690937"/>
            <a:ext cx="3400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 de Cuotas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43000" y="4129087"/>
            <a:ext cx="2686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dinámico con margen de la casa del 7%.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800600" y="3690937"/>
            <a:ext cx="3400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Apuestas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800600" y="4129087"/>
            <a:ext cx="2686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completo de creación y cancelación.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58200" y="3690937"/>
            <a:ext cx="3400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Catálogo Multideporte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58200" y="4129087"/>
            <a:ext cx="2686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de baloncesto, tenis y motor.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552575"/>
            <a:ext cx="5029200" cy="469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552575"/>
            <a:ext cx="50292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Calidad y Proceso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2071687"/>
            <a:ext cx="6600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 Scrum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2509837"/>
            <a:ext cx="5124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Sprints fijos de 2 semanas con control estricto de límite WIP.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3538537"/>
            <a:ext cx="6600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y Debugging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3976687"/>
            <a:ext cx="5124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Inclusión de nuevos archivos de prueba y depuración en el repositorio.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5005387"/>
            <a:ext cx="6600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Cobertura Automática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443537"/>
            <a:ext cx="6286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Más de 276 pruebas superadas en integración continua.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52575"/>
            <a:ext cx="50292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Estrategia Proactiva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400800" y="2843212"/>
            <a:ext cx="5791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80/20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400800" y="3605212"/>
            <a:ext cx="5791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Principio de Pareto aplicado.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400800" y="4043362"/>
            <a:ext cx="512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basado en la matriz SQAS-SEI de Boehm. El plan detallado se concentra exclusivamente en los cuatro riesgos clasificados como intolerables.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762000" y="32385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524250" y="32385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286500" y="32385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9048750" y="32385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Mitigación de Riesgos Críticos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19125" y="323850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62000" y="3924300"/>
            <a:ext cx="31253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Participación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4276725"/>
            <a:ext cx="2476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cruzada obligatoria en repositorios.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381375" y="323850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524250" y="3924300"/>
            <a:ext cx="31253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524250" y="4276725"/>
            <a:ext cx="2476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 continuo de velocidad funcional.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143625" y="323850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286500" y="3924300"/>
            <a:ext cx="31253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Conocimiento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286500" y="4276725"/>
            <a:ext cx="2476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Simulacros programados de defensa técnica.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905875" y="323850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048750" y="3924300"/>
            <a:ext cx="31253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Integridad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048750" y="4276725"/>
            <a:ext cx="2476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 estricta de normas docentes.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3908226" y="2838450"/>
            <a:ext cx="4375546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3268265" y="3733800"/>
            <a:ext cx="56554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Revisión Sprint 2 · Ingeniería del Software 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